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1D3C-651D-0F50-9E28-6253FA242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D5690-7DB4-DB26-84BC-54D2494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988F2-DFA1-C299-E616-737FCABB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2CE22-05BD-D4E3-E3C1-54F03D5C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FD4BE-B675-2C65-6B64-68E4608B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41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5D64-2FA4-DC66-BFFD-43AB56196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287E8-E17A-3E58-40A7-55C6977D2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DDDD4-1ABC-B5EA-9F8D-BF8D59C1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B9C9D-A70B-D43C-B6BC-C272F62F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4E386-F066-5431-BF2D-B6B5556B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99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8F95-2770-0232-7790-D7DF1105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FC7D9-DB41-4D00-62E7-47597A58E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11407-47E2-027E-C458-4C023043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B0634-AD8F-2584-DC8F-8A3385AA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C09D2-F90E-8456-E703-C8783FC09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87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A9AC-DAAE-5A00-88BC-D863BD659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22C58-9209-267F-E82A-64CBCC056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E7C2A-89B3-AF67-D9B5-8E31958A6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FAA22-F511-8564-7A38-5C13A84B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277C3-3498-D130-A90D-258DC027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73737-7123-1E99-FDF0-9AD5A8A7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46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393E-D8CA-CE23-1F00-C35596F5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177C4-E11E-3808-232C-E9943799F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5A853-7895-985D-8BAB-A6568A0CF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7B9253-DD07-A433-6ABB-50EBEEC58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2202E-EB35-1E86-E1CD-52F670BB0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749C2-A7D0-B41D-65CE-C36B0005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056C4-43DC-12CA-464B-2FD3E6583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B4167-AF70-4F30-14AD-98A7E3DA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AA51-C4C5-3AF8-2D62-537155A6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62F13-6B9F-6E73-9E78-1034899A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6856B-D7D0-D1D8-4B69-94C6D210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9B561-820B-BD33-4F06-1542F218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4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DF8C8-B1E6-33BB-3A5B-662ACDE1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EBB3C-5A61-BE9D-4EB8-42D85151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4FD05-C0EE-F7E5-CDB2-FAFC8913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62F9-9BC1-8DE5-40AD-EF1C94305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79889-C460-D0D5-2E82-48FB5C3E3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F8FD8-0467-8877-E558-71CE936CE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99FD8-4381-4844-BBF9-53DC5F17F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13333-821E-9633-1BCB-F2AA7AD3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621AD-CD4B-3751-EAAA-6B6D0BC5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65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7880-8689-D039-98EA-3A09F10F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A96BC-E0AF-A8DA-C5B5-16A2CBFBE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96058-68D2-14D0-50AE-9C7A37287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AF212-A2C6-D652-6A5B-39F4FB90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DCCE3-536F-8A7A-E0BF-7B252566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1E71D-1BDB-FD2C-3097-67B65972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57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C099-F75E-E6FE-0B9D-9DC4FE0BB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1CE32-F203-B70D-1D98-0890882B4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C182-30E9-36A1-130F-CD727253F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21A6-DEDD-F688-C188-966F49583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FE0DB-EFAB-3E8B-9999-A7343EF9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1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803B7-904E-DC46-BBB9-E39CA6C51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54912-88EC-4282-C355-6B37C243E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7984-9FF4-D580-C286-04F139E02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33A88-4A0A-AB5F-3FF3-1235B64C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84955-D038-DF70-614B-935DDCB3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95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2A2C2-BE82-0200-6516-954A87A3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81551-2DBC-932B-4AEA-55BC7A5A0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E20CB-1A30-9193-9054-CBEA05A2D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3CAF7-3A80-47E0-85A3-0C33410CA654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6B550-24C3-4976-5A4D-CC9D83BA6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3FB13-BAE2-307A-9C95-712A715C1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0D148-9294-4BC5-9C38-D427AE261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42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F92E-007C-CD8B-522C-933F87F2D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F34CA-CC63-2E76-A7CD-C8F4F5879D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FE855-14E7-A706-661E-9F0FAF86F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2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20A0A3-BAC6-CC1A-3BA4-3E4C35260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24892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377467-5C26-23B3-0F72-C5B264D40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91589-6E19-AC78-7C8E-4A88641BF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06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AF107A-AAB5-3173-121D-8FD27EBD0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3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564F80-6978-FDA9-3877-247835F36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7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952379-CEBF-CDB7-D21C-DF8ABA64E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2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30C9B6-5637-8476-204E-61D05B35F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5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7F7B15-E83D-68A9-DBC7-B48701E52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90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F3D6E7-A9C8-DDE5-53AA-46E246C6F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8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BANDARI VATHAN SAI</dc:creator>
  <cp:lastModifiedBy>BANDARI VATHAN SAI</cp:lastModifiedBy>
  <cp:revision>1</cp:revision>
  <dcterms:created xsi:type="dcterms:W3CDTF">2025-09-09T16:27:46Z</dcterms:created>
  <dcterms:modified xsi:type="dcterms:W3CDTF">2025-09-09T16:29:36Z</dcterms:modified>
</cp:coreProperties>
</file>